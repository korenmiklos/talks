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9"/>
  </p:notesMasterIdLst>
  <p:sldIdLst>
    <p:sldId id="264" r:id="rId5"/>
    <p:sldId id="268" r:id="rId6"/>
    <p:sldId id="262" r:id="rId7"/>
    <p:sldId id="266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C0BB"/>
    <a:srgbClr val="1B1F29"/>
    <a:srgbClr val="F9D475"/>
    <a:srgbClr val="139DB0"/>
    <a:srgbClr val="060B10"/>
    <a:srgbClr val="FFD15B"/>
    <a:srgbClr val="A9D9DA"/>
    <a:srgbClr val="CB6CE6"/>
    <a:srgbClr val="8EFAFA"/>
    <a:srgbClr val="4A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4" dt="2026-09-18T11:41:56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ch Veronika" userId="S::veronika.bach@logisztika.hu::d5a18fdd-9ae6-4323-b664-8e1e86d08fcd" providerId="AD" clId="Web-{00000000-0000-0000-0000-000000000000}"/>
    <pc:docChg chg="addSld delSld modSld">
      <pc:chgData name="Bach Veronika" userId="S::veronika.bach@logisztika.hu::d5a18fdd-9ae6-4323-b664-8e1e86d08fcd" providerId="AD" clId="Web-{00000000-0000-0000-0000-000000000000}" dt="2026-09-18T11:41:56.574" v="143" actId="14100"/>
      <pc:docMkLst>
        <pc:docMk/>
      </pc:docMkLst>
      <pc:sldChg chg="addSp delSp modSp">
        <pc:chgData name="Bach Veronika" userId="S::veronika.bach@logisztika.hu::d5a18fdd-9ae6-4323-b664-8e1e86d08fcd" providerId="AD" clId="Web-{00000000-0000-0000-0000-000000000000}" dt="2026-09-18T11:41:34.011" v="139" actId="20577"/>
        <pc:sldMkLst>
          <pc:docMk/>
          <pc:sldMk cId="12674278" sldId="262"/>
        </pc:sldMkLst>
        <pc:spChg chg="mod">
          <ac:chgData name="Bach Veronika" userId="S::veronika.bach@logisztika.hu::d5a18fdd-9ae6-4323-b664-8e1e86d08fcd" providerId="AD" clId="Web-{00000000-0000-0000-0000-000000000000}" dt="2026-09-18T11:41:34.011" v="139" actId="20577"/>
          <ac:spMkLst>
            <pc:docMk/>
            <pc:sldMk cId="12674278" sldId="262"/>
            <ac:spMk id="14" creationId="{364EBF8F-0BD7-68B3-B216-E4496B74C1A1}"/>
          </ac:spMkLst>
        </pc:spChg>
        <pc:picChg chg="del">
          <ac:chgData name="Bach Veronika" userId="S::veronika.bach@logisztika.hu::d5a18fdd-9ae6-4323-b664-8e1e86d08fcd" providerId="AD" clId="Web-{00000000-0000-0000-0000-000000000000}" dt="2026-09-18T11:34:07.437" v="47"/>
          <ac:picMkLst>
            <pc:docMk/>
            <pc:sldMk cId="12674278" sldId="262"/>
            <ac:picMk id="3" creationId="{98AE612A-D488-55ED-F7A6-FBD9630F6B1B}"/>
          </ac:picMkLst>
        </pc:picChg>
        <pc:picChg chg="add mod">
          <ac:chgData name="Bach Veronika" userId="S::veronika.bach@logisztika.hu::d5a18fdd-9ae6-4323-b664-8e1e86d08fcd" providerId="AD" clId="Web-{00000000-0000-0000-0000-000000000000}" dt="2026-09-18T11:35:10.735" v="58" actId="1076"/>
          <ac:picMkLst>
            <pc:docMk/>
            <pc:sldMk cId="12674278" sldId="262"/>
            <ac:picMk id="4" creationId="{C2A67468-6CA6-EBD7-3ED4-BB192573ECDE}"/>
          </ac:picMkLst>
        </pc:picChg>
        <pc:picChg chg="add mod">
          <ac:chgData name="Bach Veronika" userId="S::veronika.bach@logisztika.hu::d5a18fdd-9ae6-4323-b664-8e1e86d08fcd" providerId="AD" clId="Web-{00000000-0000-0000-0000-000000000000}" dt="2026-09-18T11:38:18.787" v="114" actId="1076"/>
          <ac:picMkLst>
            <pc:docMk/>
            <pc:sldMk cId="12674278" sldId="262"/>
            <ac:picMk id="5" creationId="{1CFEE85C-1427-1D24-DA6F-497D0558ECEB}"/>
          </ac:picMkLst>
        </pc:picChg>
        <pc:picChg chg="del">
          <ac:chgData name="Bach Veronika" userId="S::veronika.bach@logisztika.hu::d5a18fdd-9ae6-4323-b664-8e1e86d08fcd" providerId="AD" clId="Web-{00000000-0000-0000-0000-000000000000}" dt="2026-09-18T11:34:28.297" v="52"/>
          <ac:picMkLst>
            <pc:docMk/>
            <pc:sldMk cId="12674278" sldId="262"/>
            <ac:picMk id="6" creationId="{5FA8FB61-A450-D66D-74B0-FB448DEE3377}"/>
          </ac:picMkLst>
        </pc:picChg>
      </pc:sldChg>
      <pc:sldChg chg="addSp delSp modSp">
        <pc:chgData name="Bach Veronika" userId="S::veronika.bach@logisztika.hu::d5a18fdd-9ae6-4323-b664-8e1e86d08fcd" providerId="AD" clId="Web-{00000000-0000-0000-0000-000000000000}" dt="2026-09-18T11:25:34.723" v="10"/>
        <pc:sldMkLst>
          <pc:docMk/>
          <pc:sldMk cId="1347924991" sldId="264"/>
        </pc:sldMkLst>
        <pc:spChg chg="add del mod">
          <ac:chgData name="Bach Veronika" userId="S::veronika.bach@logisztika.hu::d5a18fdd-9ae6-4323-b664-8e1e86d08fcd" providerId="AD" clId="Web-{00000000-0000-0000-0000-000000000000}" dt="2026-09-18T11:18:05.037" v="3"/>
          <ac:spMkLst>
            <pc:docMk/>
            <pc:sldMk cId="1347924991" sldId="264"/>
            <ac:spMk id="3" creationId="{8E962B97-6C6B-622E-6881-23174A6364F1}"/>
          </ac:spMkLst>
        </pc:spChg>
        <pc:picChg chg="del">
          <ac:chgData name="Bach Veronika" userId="S::veronika.bach@logisztika.hu::d5a18fdd-9ae6-4323-b664-8e1e86d08fcd" providerId="AD" clId="Web-{00000000-0000-0000-0000-000000000000}" dt="2026-09-18T11:24:29.047" v="4"/>
          <ac:picMkLst>
            <pc:docMk/>
            <pc:sldMk cId="1347924991" sldId="264"/>
            <ac:picMk id="2" creationId="{6FCCA4F7-4BC6-BC95-0A17-E57928EB3EB3}"/>
          </ac:picMkLst>
        </pc:picChg>
        <pc:picChg chg="add mod">
          <ac:chgData name="Bach Veronika" userId="S::veronika.bach@logisztika.hu::d5a18fdd-9ae6-4323-b664-8e1e86d08fcd" providerId="AD" clId="Web-{00000000-0000-0000-0000-000000000000}" dt="2026-09-18T11:24:53.157" v="6" actId="1076"/>
          <ac:picMkLst>
            <pc:docMk/>
            <pc:sldMk cId="1347924991" sldId="264"/>
            <ac:picMk id="5" creationId="{4DE06C29-CECC-AE4B-E871-28A66E72BFDB}"/>
          </ac:picMkLst>
        </pc:picChg>
        <pc:picChg chg="add mod">
          <ac:chgData name="Bach Veronika" userId="S::veronika.bach@logisztika.hu::d5a18fdd-9ae6-4323-b664-8e1e86d08fcd" providerId="AD" clId="Web-{00000000-0000-0000-0000-000000000000}" dt="2026-09-18T11:25:32.113" v="9" actId="14100"/>
          <ac:picMkLst>
            <pc:docMk/>
            <pc:sldMk cId="1347924991" sldId="264"/>
            <ac:picMk id="7" creationId="{43C9DACA-5E3A-5B22-88CF-0DDAE84B6792}"/>
          </ac:picMkLst>
        </pc:picChg>
        <pc:picChg chg="del">
          <ac:chgData name="Bach Veronika" userId="S::veronika.bach@logisztika.hu::d5a18fdd-9ae6-4323-b664-8e1e86d08fcd" providerId="AD" clId="Web-{00000000-0000-0000-0000-000000000000}" dt="2026-09-18T11:25:34.723" v="10"/>
          <ac:picMkLst>
            <pc:docMk/>
            <pc:sldMk cId="1347924991" sldId="264"/>
            <ac:picMk id="22" creationId="{9E43D726-CBCD-471A-8A9A-9412C250752E}"/>
          </ac:picMkLst>
        </pc:picChg>
      </pc:sldChg>
      <pc:sldChg chg="addSp delSp modSp">
        <pc:chgData name="Bach Veronika" userId="S::veronika.bach@logisztika.hu::d5a18fdd-9ae6-4323-b664-8e1e86d08fcd" providerId="AD" clId="Web-{00000000-0000-0000-0000-000000000000}" dt="2026-09-18T11:41:56.574" v="143" actId="14100"/>
        <pc:sldMkLst>
          <pc:docMk/>
          <pc:sldMk cId="101325086" sldId="266"/>
        </pc:sldMkLst>
        <pc:spChg chg="add del mod">
          <ac:chgData name="Bach Veronika" userId="S::veronika.bach@logisztika.hu::d5a18fdd-9ae6-4323-b664-8e1e86d08fcd" providerId="AD" clId="Web-{00000000-0000-0000-0000-000000000000}" dt="2026-09-18T11:41:48.355" v="141"/>
          <ac:spMkLst>
            <pc:docMk/>
            <pc:sldMk cId="101325086" sldId="266"/>
            <ac:spMk id="3" creationId="{BB2323F0-F9ED-C14F-2421-952F5E9D42F0}"/>
          </ac:spMkLst>
        </pc:spChg>
        <pc:picChg chg="add mod ord">
          <ac:chgData name="Bach Veronika" userId="S::veronika.bach@logisztika.hu::d5a18fdd-9ae6-4323-b664-8e1e86d08fcd" providerId="AD" clId="Web-{00000000-0000-0000-0000-000000000000}" dt="2026-09-18T11:41:56.574" v="143" actId="14100"/>
          <ac:picMkLst>
            <pc:docMk/>
            <pc:sldMk cId="101325086" sldId="266"/>
            <ac:picMk id="4" creationId="{C6F24FC2-D9F4-C4E2-90D2-0D71DDEDB702}"/>
          </ac:picMkLst>
        </pc:picChg>
        <pc:picChg chg="del">
          <ac:chgData name="Bach Veronika" userId="S::veronika.bach@logisztika.hu::d5a18fdd-9ae6-4323-b664-8e1e86d08fcd" providerId="AD" clId="Web-{00000000-0000-0000-0000-000000000000}" dt="2026-09-18T11:41:37.730" v="140"/>
          <ac:picMkLst>
            <pc:docMk/>
            <pc:sldMk cId="101325086" sldId="266"/>
            <ac:picMk id="6" creationId="{FEC383AD-0BCC-97EC-A8F6-42A4CA59C5E9}"/>
          </ac:picMkLst>
        </pc:picChg>
      </pc:sldChg>
      <pc:sldChg chg="addSp delSp modSp">
        <pc:chgData name="Bach Veronika" userId="S::veronika.bach@logisztika.hu::d5a18fdd-9ae6-4323-b664-8e1e86d08fcd" providerId="AD" clId="Web-{00000000-0000-0000-0000-000000000000}" dt="2026-09-18T11:28:37.063" v="46" actId="1076"/>
        <pc:sldMkLst>
          <pc:docMk/>
          <pc:sldMk cId="1502951014" sldId="268"/>
        </pc:sldMkLst>
        <pc:spChg chg="mod ord">
          <ac:chgData name="Bach Veronika" userId="S::veronika.bach@logisztika.hu::d5a18fdd-9ae6-4323-b664-8e1e86d08fcd" providerId="AD" clId="Web-{00000000-0000-0000-0000-000000000000}" dt="2026-09-18T11:28:37.063" v="46" actId="1076"/>
          <ac:spMkLst>
            <pc:docMk/>
            <pc:sldMk cId="1502951014" sldId="268"/>
            <ac:spMk id="2" creationId="{BA28A2F1-91BB-5636-E66E-7F31C181BE35}"/>
          </ac:spMkLst>
        </pc:spChg>
        <pc:picChg chg="add del">
          <ac:chgData name="Bach Veronika" userId="S::veronika.bach@logisztika.hu::d5a18fdd-9ae6-4323-b664-8e1e86d08fcd" providerId="AD" clId="Web-{00000000-0000-0000-0000-000000000000}" dt="2026-09-18T11:26:46.994" v="27"/>
          <ac:picMkLst>
            <pc:docMk/>
            <pc:sldMk cId="1502951014" sldId="268"/>
            <ac:picMk id="4" creationId="{1AD21AF2-5A87-82CB-D28E-6597C6EBA1FD}"/>
          </ac:picMkLst>
        </pc:picChg>
        <pc:picChg chg="add">
          <ac:chgData name="Bach Veronika" userId="S::veronika.bach@logisztika.hu::d5a18fdd-9ae6-4323-b664-8e1e86d08fcd" providerId="AD" clId="Web-{00000000-0000-0000-0000-000000000000}" dt="2026-09-18T11:25:38.879" v="11"/>
          <ac:picMkLst>
            <pc:docMk/>
            <pc:sldMk cId="1502951014" sldId="268"/>
            <ac:picMk id="5" creationId="{06831EA1-892F-4D2F-18B8-4CD74F37E12D}"/>
          </ac:picMkLst>
        </pc:picChg>
        <pc:picChg chg="add del">
          <ac:chgData name="Bach Veronika" userId="S::veronika.bach@logisztika.hu::d5a18fdd-9ae6-4323-b664-8e1e86d08fcd" providerId="AD" clId="Web-{00000000-0000-0000-0000-000000000000}" dt="2026-09-18T11:25:59.677" v="16"/>
          <ac:picMkLst>
            <pc:docMk/>
            <pc:sldMk cId="1502951014" sldId="268"/>
            <ac:picMk id="7" creationId="{EB83C339-0DD7-0650-48B9-118E0A82249C}"/>
          </ac:picMkLst>
        </pc:picChg>
        <pc:picChg chg="add del">
          <ac:chgData name="Bach Veronika" userId="S::veronika.bach@logisztika.hu::d5a18fdd-9ae6-4323-b664-8e1e86d08fcd" providerId="AD" clId="Web-{00000000-0000-0000-0000-000000000000}" dt="2026-09-18T11:25:57.162" v="15"/>
          <ac:picMkLst>
            <pc:docMk/>
            <pc:sldMk cId="1502951014" sldId="268"/>
            <ac:picMk id="9" creationId="{7EFD50CF-F293-324B-952C-43B811F3BEF7}"/>
          </ac:picMkLst>
        </pc:picChg>
        <pc:picChg chg="add del">
          <ac:chgData name="Bach Veronika" userId="S::veronika.bach@logisztika.hu::d5a18fdd-9ae6-4323-b664-8e1e86d08fcd" providerId="AD" clId="Web-{00000000-0000-0000-0000-000000000000}" dt="2026-09-18T11:26:14.726" v="20"/>
          <ac:picMkLst>
            <pc:docMk/>
            <pc:sldMk cId="1502951014" sldId="268"/>
            <ac:picMk id="11" creationId="{5F1C531D-9465-863E-BB39-80CB0C061AB8}"/>
          </ac:picMkLst>
        </pc:picChg>
        <pc:picChg chg="add del mod">
          <ac:chgData name="Bach Veronika" userId="S::veronika.bach@logisztika.hu::d5a18fdd-9ae6-4323-b664-8e1e86d08fcd" providerId="AD" clId="Web-{00000000-0000-0000-0000-000000000000}" dt="2026-09-18T11:28:08.327" v="41"/>
          <ac:picMkLst>
            <pc:docMk/>
            <pc:sldMk cId="1502951014" sldId="268"/>
            <ac:picMk id="13" creationId="{3929323C-B218-3740-1597-94E155BD6621}"/>
          </ac:picMkLst>
        </pc:picChg>
        <pc:picChg chg="add ord">
          <ac:chgData name="Bach Veronika" userId="S::veronika.bach@logisztika.hu::d5a18fdd-9ae6-4323-b664-8e1e86d08fcd" providerId="AD" clId="Web-{00000000-0000-0000-0000-000000000000}" dt="2026-09-18T11:28:22.125" v="44"/>
          <ac:picMkLst>
            <pc:docMk/>
            <pc:sldMk cId="1502951014" sldId="268"/>
            <ac:picMk id="15" creationId="{0AB17AF6-05EE-7DDD-63A0-BC596AFDC64D}"/>
          </ac:picMkLst>
        </pc:picChg>
        <pc:picChg chg="del">
          <ac:chgData name="Bach Veronika" userId="S::veronika.bach@logisztika.hu::d5a18fdd-9ae6-4323-b664-8e1e86d08fcd" providerId="AD" clId="Web-{00000000-0000-0000-0000-000000000000}" dt="2026-09-18T11:25:41.098" v="12"/>
          <ac:picMkLst>
            <pc:docMk/>
            <pc:sldMk cId="1502951014" sldId="268"/>
            <ac:picMk id="22" creationId="{DF7B1BFF-6E3B-0EC2-E18F-688829F3AD1E}"/>
          </ac:picMkLst>
        </pc:picChg>
      </pc:sldChg>
      <pc:sldChg chg="modSp add del replId">
        <pc:chgData name="Bach Veronika" userId="S::veronika.bach@logisztika.hu::d5a18fdd-9ae6-4323-b664-8e1e86d08fcd" providerId="AD" clId="Web-{00000000-0000-0000-0000-000000000000}" dt="2026-09-18T11:27:45.654" v="37"/>
        <pc:sldMkLst>
          <pc:docMk/>
          <pc:sldMk cId="2487263541" sldId="269"/>
        </pc:sldMkLst>
        <pc:spChg chg="ord">
          <ac:chgData name="Bach Veronika" userId="S::veronika.bach@logisztika.hu::d5a18fdd-9ae6-4323-b664-8e1e86d08fcd" providerId="AD" clId="Web-{00000000-0000-0000-0000-000000000000}" dt="2026-09-18T11:27:43.357" v="35"/>
          <ac:spMkLst>
            <pc:docMk/>
            <pc:sldMk cId="2487263541" sldId="269"/>
            <ac:spMk id="4" creationId="{59DDBA68-F61F-E82A-F49F-83321B9C5654}"/>
          </ac:spMkLst>
        </pc:spChg>
        <pc:picChg chg="ord">
          <ac:chgData name="Bach Veronika" userId="S::veronika.bach@logisztika.hu::d5a18fdd-9ae6-4323-b664-8e1e86d08fcd" providerId="AD" clId="Web-{00000000-0000-0000-0000-000000000000}" dt="2026-09-18T11:27:45.607" v="36"/>
          <ac:picMkLst>
            <pc:docMk/>
            <pc:sldMk cId="2487263541" sldId="269"/>
            <ac:picMk id="7" creationId="{4F5D60D4-2149-8A35-0A2E-7A3B92871E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77055-5DFC-476B-9F34-9AB732F478F5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20E99-C64A-450F-A0DF-6D1D7F17D415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6012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9896C-68BF-4AAC-818A-21D3883DB915}" type="slidenum">
              <a:rPr lang="hu-HU" smtClean="0"/>
              <a:pPr/>
              <a:t>3</a:t>
            </a:fld>
            <a:endParaRPr lang="hu-H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878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580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303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05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124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965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175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132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61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764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505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403F6-E5B6-46DF-BCFD-DC192DC66DE4}" type="datetimeFigureOut">
              <a:rPr lang="hu-HU" smtClean="0"/>
              <a:pPr/>
              <a:t>2026. 09. 18.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5B198-B8D4-45B6-B319-86D2D33ACE8A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353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4B64B078-EDDD-2DB7-45E1-7762D8E0DEC0}"/>
              </a:ext>
            </a:extLst>
          </p:cNvPr>
          <p:cNvSpPr txBox="1"/>
          <p:nvPr/>
        </p:nvSpPr>
        <p:spPr>
          <a:xfrm>
            <a:off x="2470899" y="268941"/>
            <a:ext cx="71661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hu-H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06C29-CECC-AE4B-E871-28A66E72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66800"/>
          </a:xfrm>
          <a:prstGeom prst="rect">
            <a:avLst/>
          </a:prstGeom>
        </p:spPr>
      </p:pic>
      <p:pic>
        <p:nvPicPr>
          <p:cNvPr id="7" name="Kép 16" descr="A képen szöveg, clipart látható&#10;&#10;Automatikusan generált leírás">
            <a:extLst>
              <a:ext uri="{FF2B5EF4-FFF2-40B4-BE49-F238E27FC236}">
                <a16:creationId xmlns:a16="http://schemas.microsoft.com/office/drawing/2014/main" id="{43C9DACA-5E3A-5B22-88CF-0DDAE84B67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2" y="6378560"/>
            <a:ext cx="1155436" cy="2593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92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235B-7684-9713-888D-2AC289A7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16" descr="A képen szöveg, clipart látható&#10;&#10;Automatikusan generált leírás">
            <a:extLst>
              <a:ext uri="{FF2B5EF4-FFF2-40B4-BE49-F238E27FC236}">
                <a16:creationId xmlns:a16="http://schemas.microsoft.com/office/drawing/2014/main" id="{06831EA1-892F-4D2F-18B8-4CD74F37E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2" y="6378560"/>
            <a:ext cx="1155436" cy="259328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B17AF6-05EE-7DDD-63A0-BC596AFDC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668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A28A2F1-91BB-5636-E66E-7F31C181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839" y="158795"/>
            <a:ext cx="7643192" cy="769441"/>
          </a:xfrm>
        </p:spPr>
        <p:txBody>
          <a:bodyPr>
            <a:noAutofit/>
          </a:bodyPr>
          <a:lstStyle/>
          <a:p>
            <a:pPr algn="l"/>
            <a:r>
              <a:rPr lang="hu-HU" sz="4000" dirty="0">
                <a:solidFill>
                  <a:schemeClr val="bg1"/>
                </a:solidFill>
                <a:latin typeface="Roboto Medium"/>
                <a:ea typeface="Roboto Medium"/>
                <a:cs typeface="Roboto Medium"/>
              </a:rPr>
              <a:t>Cím</a:t>
            </a:r>
          </a:p>
        </p:txBody>
      </p:sp>
    </p:spTree>
    <p:extLst>
      <p:ext uri="{BB962C8B-B14F-4D97-AF65-F5344CB8AC3E}">
        <p14:creationId xmlns:p14="http://schemas.microsoft.com/office/powerpoint/2010/main" val="150295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Kép 16" descr="A képen szöveg, clipart látható&#10;&#10;Automatikusan generált leírás">
            <a:extLst>
              <a:ext uri="{FF2B5EF4-FFF2-40B4-BE49-F238E27FC236}">
                <a16:creationId xmlns:a16="http://schemas.microsoft.com/office/drawing/2014/main" id="{03E978B8-3675-43B3-926B-533A02433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32" y="4509120"/>
            <a:ext cx="1927596" cy="432048"/>
          </a:xfrm>
          <a:prstGeom prst="rect">
            <a:avLst/>
          </a:prstGeom>
          <a:ln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761D9C1-5C3B-F0F4-A6D8-1C20948EF62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00904" y="5403726"/>
            <a:ext cx="3146436" cy="43204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5561B5-6DC6-77D0-F153-30A71B099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64EBF8F-0BD7-68B3-B216-E4496B74C1A1}"/>
              </a:ext>
            </a:extLst>
          </p:cNvPr>
          <p:cNvSpPr txBox="1"/>
          <p:nvPr/>
        </p:nvSpPr>
        <p:spPr>
          <a:xfrm>
            <a:off x="5860544" y="4336400"/>
            <a:ext cx="3985096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/>
              <a:t>SZÍNKÓDOK:</a:t>
            </a:r>
            <a:endParaRPr lang="hu-HU" b="1" dirty="0">
              <a:ea typeface="Calibri"/>
              <a:cs typeface="Calibri"/>
            </a:endParaRPr>
          </a:p>
          <a:p>
            <a:r>
              <a:rPr lang="hu-HU" dirty="0">
                <a:solidFill>
                  <a:srgbClr val="1B1F29"/>
                </a:solidFill>
              </a:rPr>
              <a:t>Szürke (háttér): </a:t>
            </a:r>
            <a:r>
              <a:rPr lang="hu-HU" dirty="0">
                <a:solidFill>
                  <a:srgbClr val="1B1F29"/>
                </a:solidFill>
                <a:ea typeface="+mn-lt"/>
                <a:cs typeface="+mn-lt"/>
              </a:rPr>
              <a:t>#1b1f2a</a:t>
            </a:r>
            <a:br>
              <a:rPr lang="hu-HU" dirty="0">
                <a:solidFill>
                  <a:srgbClr val="139DB0"/>
                </a:solidFill>
                <a:ea typeface="Calibri"/>
                <a:cs typeface="Calibri"/>
              </a:rPr>
            </a:br>
            <a:r>
              <a:rPr lang="hu-HU" dirty="0">
                <a:solidFill>
                  <a:srgbClr val="F9D475"/>
                </a:solidFill>
                <a:ea typeface="Calibri"/>
                <a:cs typeface="Calibri"/>
              </a:rPr>
              <a:t>Sárga: </a:t>
            </a:r>
            <a:r>
              <a:rPr lang="hu-HU" dirty="0">
                <a:solidFill>
                  <a:srgbClr val="F9D475"/>
                </a:solidFill>
                <a:ea typeface="+mn-lt"/>
                <a:cs typeface="+mn-lt"/>
              </a:rPr>
              <a:t>#ffd15b</a:t>
            </a:r>
          </a:p>
          <a:p>
            <a:r>
              <a:rPr lang="hu-HU" dirty="0">
                <a:solidFill>
                  <a:srgbClr val="47C0BB"/>
                </a:solidFill>
                <a:ea typeface="Calibri"/>
                <a:cs typeface="Calibri"/>
              </a:rPr>
              <a:t>Világoskék: </a:t>
            </a:r>
            <a:r>
              <a:rPr lang="hu-HU" dirty="0">
                <a:solidFill>
                  <a:srgbClr val="47C0BB"/>
                </a:solidFill>
                <a:ea typeface="+mn-lt"/>
                <a:cs typeface="+mn-lt"/>
              </a:rPr>
              <a:t>#47c0bb</a:t>
            </a:r>
            <a:endParaRPr lang="hu-HU" dirty="0">
              <a:solidFill>
                <a:srgbClr val="47C0BB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67468-6CA6-EBD7-3ED4-BB192573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78" y="1450975"/>
            <a:ext cx="3992245" cy="1954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EE85C-1427-1D24-DA6F-497D0558E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177" y="1447483"/>
            <a:ext cx="5440045" cy="194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278"/>
      </p:ext>
    </p:extLst>
  </p:cSld>
  <p:clrMapOvr>
    <a:masterClrMapping/>
  </p:clrMapOvr>
  <p:transition spd="slow" advTm="367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F24FC2-D9F4-C4E2-90D2-0D71DDEDB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725"/>
            <a:ext cx="12203906" cy="68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c67ad5-2c89-4365-ac6c-17d579ce14a1" xsi:nil="true"/>
    <lcf76f155ced4ddcb4097134ff3c332f xmlns="9c6a214a-a86a-48bd-858c-be405c73319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1BC1CCBE087865489FD14D08E8221BEE" ma:contentTypeVersion="10" ma:contentTypeDescription="Új dokumentum létrehozása." ma:contentTypeScope="" ma:versionID="9760f4e4d6c2eb90c37649632ad2c230">
  <xsd:schema xmlns:xsd="http://www.w3.org/2001/XMLSchema" xmlns:xs="http://www.w3.org/2001/XMLSchema" xmlns:p="http://schemas.microsoft.com/office/2006/metadata/properties" xmlns:ns2="9c6a214a-a86a-48bd-858c-be405c733197" xmlns:ns3="a2c67ad5-2c89-4365-ac6c-17d579ce14a1" targetNamespace="http://schemas.microsoft.com/office/2006/metadata/properties" ma:root="true" ma:fieldsID="2d233f2a2c3948008372f1519c2067fb" ns2:_="" ns3:_="">
    <xsd:import namespace="9c6a214a-a86a-48bd-858c-be405c733197"/>
    <xsd:import namespace="a2c67ad5-2c89-4365-ac6c-17d579ce14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a214a-a86a-48bd-858c-be405c7331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Képcímkék" ma:readOnly="false" ma:fieldId="{5cf76f15-5ced-4ddc-b409-7134ff3c332f}" ma:taxonomyMulti="true" ma:sspId="fa48e970-6390-4a08-b858-e6e07c14b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67ad5-2c89-4365-ac6c-17d579ce14a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d411d0-f5a8-4e1c-9026-8a228749cdb2}" ma:internalName="TaxCatchAll" ma:showField="CatchAllData" ma:web="a2c67ad5-2c89-4365-ac6c-17d579ce14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EB5929-983C-41DE-A61F-9E4896CC0E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27A560-ED96-42A1-8129-6EAE6F86100F}">
  <ds:schemaRefs>
    <ds:schemaRef ds:uri="06d1e666-afcb-4e89-958d-af069c3078a6"/>
    <ds:schemaRef ds:uri="5f75a749-0c93-4a3a-842f-ca3f24de1862"/>
    <ds:schemaRef ds:uri="9c1c6b7d-1ff9-4d00-998c-8e972b5d48a9"/>
    <ds:schemaRef ds:uri="b7fdd553-8b27-4cfe-8569-9ea3cdc3e67d"/>
    <ds:schemaRef ds:uri="d2f18c4b-59d0-47f4-b229-82f308a03e23"/>
    <ds:schemaRef ds:uri="dbb8591f-6f1a-45f1-b9b4-b44188a62fed"/>
    <ds:schemaRef ds:uri="dbb9846b-54a9-421d-bf38-33bd56c4d0e3"/>
    <ds:schemaRef ds:uri="f328de6d-715c-4dff-bd37-a9cf8c094b76"/>
    <ds:schemaRef ds:uri="http://schemas.microsoft.com/office/2006/metadata/properties"/>
    <ds:schemaRef ds:uri="http://schemas.microsoft.com/office/infopath/2007/PartnerControls"/>
    <ds:schemaRef ds:uri="a2c67ad5-2c89-4365-ac6c-17d579ce14a1"/>
    <ds:schemaRef ds:uri="9c6a214a-a86a-48bd-858c-be405c733197"/>
  </ds:schemaRefs>
</ds:datastoreItem>
</file>

<file path=customXml/itemProps3.xml><?xml version="1.0" encoding="utf-8"?>
<ds:datastoreItem xmlns:ds="http://schemas.openxmlformats.org/officeDocument/2006/customXml" ds:itemID="{0E5DD634-4AB8-45E1-893F-9EE2961CAD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a214a-a86a-48bd-858c-be405c733197"/>
    <ds:schemaRef ds:uri="a2c67ad5-2c89-4365-ac6c-17d579ce14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17</Words>
  <Application>Microsoft Office PowerPoint</Application>
  <PresentationFormat>Widescreen</PresentationFormat>
  <Paragraphs>6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Office-téma</vt:lpstr>
      <vt:lpstr>PowerPoint Presentation</vt:lpstr>
      <vt:lpstr>Cím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Kohegyi Anita</dc:creator>
  <cp:lastModifiedBy>Kőhegyi Anita</cp:lastModifiedBy>
  <cp:revision>103</cp:revision>
  <dcterms:created xsi:type="dcterms:W3CDTF">2017-11-08T06:25:50Z</dcterms:created>
  <dcterms:modified xsi:type="dcterms:W3CDTF">2026-09-18T11:41:59Z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0x0101001BC1CCBE087865489FD14D08E8221BEE</vt:lpwstr>
  </property>
</Properties>
</file>